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499" r:id="rId2"/>
    <p:sldId id="50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501B40-1174-4E25-99B5-4CA29D79B573}" v="2" dt="2026-05-18T17:24:58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2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Cachanosky" userId="543990dc0ff5ce14" providerId="LiveId" clId="{8E4DE338-F192-4434-A2D2-74D62C08B308}"/>
    <pc:docChg chg="undo redo custSel addSld delSld modSld sldOrd addSection delSection modSection">
      <pc:chgData name="Nicolas Cachanosky" userId="543990dc0ff5ce14" providerId="LiveId" clId="{8E4DE338-F192-4434-A2D2-74D62C08B308}" dt="2026-05-18T17:24:58.943" v="2530" actId="14826"/>
      <pc:docMkLst>
        <pc:docMk/>
      </pc:docMkLst>
      <pc:sldChg chg="modSp del mod">
        <pc:chgData name="Nicolas Cachanosky" userId="543990dc0ff5ce14" providerId="LiveId" clId="{8E4DE338-F192-4434-A2D2-74D62C08B308}" dt="2026-05-18T17:21:14.734" v="2527" actId="47"/>
        <pc:sldMkLst>
          <pc:docMk/>
          <pc:sldMk cId="3829938297" sldId="258"/>
        </pc:sldMkLst>
      </pc:sldChg>
      <pc:sldChg chg="modSp add del mod ord">
        <pc:chgData name="Nicolas Cachanosky" userId="543990dc0ff5ce14" providerId="LiveId" clId="{8E4DE338-F192-4434-A2D2-74D62C08B308}" dt="2026-05-18T17:21:14.734" v="2527" actId="47"/>
        <pc:sldMkLst>
          <pc:docMk/>
          <pc:sldMk cId="1770497363" sldId="334"/>
        </pc:sldMkLst>
      </pc:sldChg>
      <pc:sldChg chg="modSp add del mod ord">
        <pc:chgData name="Nicolas Cachanosky" userId="543990dc0ff5ce14" providerId="LiveId" clId="{8E4DE338-F192-4434-A2D2-74D62C08B308}" dt="2026-05-18T17:21:14.734" v="2527" actId="47"/>
        <pc:sldMkLst>
          <pc:docMk/>
          <pc:sldMk cId="2502955332" sldId="374"/>
        </pc:sldMkLst>
      </pc:sldChg>
      <pc:sldChg chg="modSp add del mod ord">
        <pc:chgData name="Nicolas Cachanosky" userId="543990dc0ff5ce14" providerId="LiveId" clId="{8E4DE338-F192-4434-A2D2-74D62C08B308}" dt="2026-05-18T17:21:14.734" v="2527" actId="47"/>
        <pc:sldMkLst>
          <pc:docMk/>
          <pc:sldMk cId="65700440" sldId="431"/>
        </pc:sldMkLst>
      </pc:sldChg>
      <pc:sldChg chg="modSp add del mod ord">
        <pc:chgData name="Nicolas Cachanosky" userId="543990dc0ff5ce14" providerId="LiveId" clId="{8E4DE338-F192-4434-A2D2-74D62C08B308}" dt="2026-05-18T17:21:14.734" v="2527" actId="47"/>
        <pc:sldMkLst>
          <pc:docMk/>
          <pc:sldMk cId="3037240392" sldId="464"/>
        </pc:sldMkLst>
      </pc:sldChg>
      <pc:sldChg chg="modSp add del mod ord">
        <pc:chgData name="Nicolas Cachanosky" userId="543990dc0ff5ce14" providerId="LiveId" clId="{8E4DE338-F192-4434-A2D2-74D62C08B308}" dt="2026-05-18T17:21:14.734" v="2527" actId="47"/>
        <pc:sldMkLst>
          <pc:docMk/>
          <pc:sldMk cId="3152294119" sldId="497"/>
        </pc:sldMkLst>
      </pc:sldChg>
      <pc:sldChg chg="addSp delSp modSp new mod">
        <pc:chgData name="Nicolas Cachanosky" userId="543990dc0ff5ce14" providerId="LiveId" clId="{8E4DE338-F192-4434-A2D2-74D62C08B308}" dt="2026-05-18T17:24:02.979" v="2529" actId="14826"/>
        <pc:sldMkLst>
          <pc:docMk/>
          <pc:sldMk cId="3019576291" sldId="499"/>
        </pc:sldMkLst>
        <pc:spChg chg="mod">
          <ac:chgData name="Nicolas Cachanosky" userId="543990dc0ff5ce14" providerId="LiveId" clId="{8E4DE338-F192-4434-A2D2-74D62C08B308}" dt="2026-05-08T01:15:02.464" v="1522" actId="20577"/>
          <ac:spMkLst>
            <pc:docMk/>
            <pc:sldMk cId="3019576291" sldId="499"/>
            <ac:spMk id="2" creationId="{6B97646F-24D3-D556-C11A-C0E06557F622}"/>
          </ac:spMkLst>
        </pc:spChg>
        <pc:spChg chg="add mod">
          <ac:chgData name="Nicolas Cachanosky" userId="543990dc0ff5ce14" providerId="LiveId" clId="{8E4DE338-F192-4434-A2D2-74D62C08B308}" dt="2026-05-08T11:28:05.254" v="1619" actId="1076"/>
          <ac:spMkLst>
            <pc:docMk/>
            <pc:sldMk cId="3019576291" sldId="499"/>
            <ac:spMk id="4" creationId="{38342B9A-9FD2-D9F0-8E93-0FCD1A2DE72C}"/>
          </ac:spMkLst>
        </pc:spChg>
        <pc:picChg chg="add mod">
          <ac:chgData name="Nicolas Cachanosky" userId="543990dc0ff5ce14" providerId="LiveId" clId="{8E4DE338-F192-4434-A2D2-74D62C08B308}" dt="2026-05-18T17:24:02.979" v="2529" actId="14826"/>
          <ac:picMkLst>
            <pc:docMk/>
            <pc:sldMk cId="3019576291" sldId="499"/>
            <ac:picMk id="5" creationId="{030011E8-7044-B08E-332C-5E9D46EA460F}"/>
          </ac:picMkLst>
        </pc:picChg>
      </pc:sldChg>
      <pc:sldChg chg="addSp delSp modSp add mod">
        <pc:chgData name="Nicolas Cachanosky" userId="543990dc0ff5ce14" providerId="LiveId" clId="{8E4DE338-F192-4434-A2D2-74D62C08B308}" dt="2026-05-18T17:24:58.943" v="2530" actId="14826"/>
        <pc:sldMkLst>
          <pc:docMk/>
          <pc:sldMk cId="636427372" sldId="500"/>
        </pc:sldMkLst>
        <pc:spChg chg="add mod">
          <ac:chgData name="Nicolas Cachanosky" userId="543990dc0ff5ce14" providerId="LiveId" clId="{8E4DE338-F192-4434-A2D2-74D62C08B308}" dt="2026-05-08T18:32:15.903" v="1997" actId="1076"/>
          <ac:spMkLst>
            <pc:docMk/>
            <pc:sldMk cId="636427372" sldId="500"/>
            <ac:spMk id="3" creationId="{33FA9110-8B0E-DC8F-8A53-D457CF5C7858}"/>
          </ac:spMkLst>
        </pc:spChg>
        <pc:spChg chg="add mod">
          <ac:chgData name="Nicolas Cachanosky" userId="543990dc0ff5ce14" providerId="LiveId" clId="{8E4DE338-F192-4434-A2D2-74D62C08B308}" dt="2026-05-18T17:24:58.943" v="2530" actId="14826"/>
          <ac:spMkLst>
            <pc:docMk/>
            <pc:sldMk cId="636427372" sldId="500"/>
            <ac:spMk id="5" creationId="{A2A6BC05-A39F-DEF3-52E5-DC2D64581866}"/>
          </ac:spMkLst>
        </pc:spChg>
        <pc:spChg chg="add mod topLvl">
          <ac:chgData name="Nicolas Cachanosky" userId="543990dc0ff5ce14" providerId="LiveId" clId="{8E4DE338-F192-4434-A2D2-74D62C08B308}" dt="2026-05-18T17:24:58.943" v="2530" actId="14826"/>
          <ac:spMkLst>
            <pc:docMk/>
            <pc:sldMk cId="636427372" sldId="500"/>
            <ac:spMk id="11" creationId="{79B2AEA3-38F5-2FE2-61AD-93E66E5CC27E}"/>
          </ac:spMkLst>
        </pc:spChg>
        <pc:spChg chg="add mod topLvl">
          <ac:chgData name="Nicolas Cachanosky" userId="543990dc0ff5ce14" providerId="LiveId" clId="{8E4DE338-F192-4434-A2D2-74D62C08B308}" dt="2026-05-18T17:24:58.943" v="2530" actId="14826"/>
          <ac:spMkLst>
            <pc:docMk/>
            <pc:sldMk cId="636427372" sldId="500"/>
            <ac:spMk id="14" creationId="{EC5E5116-5B25-C17B-1419-8ED8183A0C34}"/>
          </ac:spMkLst>
        </pc:spChg>
        <pc:grpChg chg="add mod">
          <ac:chgData name="Nicolas Cachanosky" userId="543990dc0ff5ce14" providerId="LiveId" clId="{8E4DE338-F192-4434-A2D2-74D62C08B308}" dt="2026-05-18T17:24:58.943" v="2530" actId="14826"/>
          <ac:grpSpMkLst>
            <pc:docMk/>
            <pc:sldMk cId="636427372" sldId="500"/>
            <ac:grpSpMk id="7" creationId="{1297BAF0-A8B4-D2F6-BB41-7C4CC8E27BE6}"/>
          </ac:grpSpMkLst>
        </pc:grpChg>
        <pc:grpChg chg="add mod">
          <ac:chgData name="Nicolas Cachanosky" userId="543990dc0ff5ce14" providerId="LiveId" clId="{8E4DE338-F192-4434-A2D2-74D62C08B308}" dt="2026-05-18T17:24:58.943" v="2530" actId="14826"/>
          <ac:grpSpMkLst>
            <pc:docMk/>
            <pc:sldMk cId="636427372" sldId="500"/>
            <ac:grpSpMk id="12" creationId="{9E132584-71A2-5E10-3846-6A5D178C3C4C}"/>
          </ac:grpSpMkLst>
        </pc:grpChg>
        <pc:picChg chg="add mod">
          <ac:chgData name="Nicolas Cachanosky" userId="543990dc0ff5ce14" providerId="LiveId" clId="{8E4DE338-F192-4434-A2D2-74D62C08B308}" dt="2026-05-18T17:24:58.943" v="2530" actId="14826"/>
          <ac:picMkLst>
            <pc:docMk/>
            <pc:sldMk cId="636427372" sldId="500"/>
            <ac:picMk id="6" creationId="{79E8B65B-8193-C04B-D3B6-CFD29886CDB7}"/>
          </ac:picMkLst>
        </pc:picChg>
        <pc:cxnChg chg="add mod topLvl">
          <ac:chgData name="Nicolas Cachanosky" userId="543990dc0ff5ce14" providerId="LiveId" clId="{8E4DE338-F192-4434-A2D2-74D62C08B308}" dt="2026-05-18T17:24:58.943" v="2530" actId="14826"/>
          <ac:cxnSpMkLst>
            <pc:docMk/>
            <pc:sldMk cId="636427372" sldId="500"/>
            <ac:cxnSpMk id="13" creationId="{9305F6D7-9415-4C36-F138-948C471C00C6}"/>
          </ac:cxnSpMkLst>
        </pc:cxnChg>
      </pc:sldChg>
      <pc:sldChg chg="modSp add del mod ord">
        <pc:chgData name="Nicolas Cachanosky" userId="543990dc0ff5ce14" providerId="LiveId" clId="{8E4DE338-F192-4434-A2D2-74D62C08B308}" dt="2026-05-18T17:21:14.734" v="2527" actId="47"/>
        <pc:sldMkLst>
          <pc:docMk/>
          <pc:sldMk cId="324269575" sldId="50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B4745-6FC5-4885-BB92-B897E103CA6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291C4-C263-4986-8DB2-E1CF4593E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40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B884F-1F06-1750-780A-4EDF9C59C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90B1E1-4DC2-5722-F7A5-C749C0125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A51FD-B055-A80E-C50D-A80A6123A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91545-A859-4A1A-9F2C-40FB412FFEA6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36C50-7EA5-0387-4C83-5985331E6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109C7-B684-FE91-FBF6-DB634BD4E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38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756FB-744A-B7F1-3EC6-948D862DA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 Narrow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4AEB9-D9B8-C7ED-C45C-1242C5380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 Narrow" panose="020B0004020202020204" pitchFamily="34" charset="0"/>
              </a:defRPr>
            </a:lvl1pPr>
            <a:lvl2pPr>
              <a:defRPr>
                <a:latin typeface="Aptos Narrow" panose="020B0004020202020204" pitchFamily="34" charset="0"/>
              </a:defRPr>
            </a:lvl2pPr>
            <a:lvl3pPr>
              <a:defRPr>
                <a:latin typeface="Aptos Narrow" panose="020B0004020202020204" pitchFamily="34" charset="0"/>
              </a:defRPr>
            </a:lvl3pPr>
            <a:lvl4pPr>
              <a:defRPr>
                <a:latin typeface="Aptos Narrow" panose="020B0004020202020204" pitchFamily="34" charset="0"/>
              </a:defRPr>
            </a:lvl4pPr>
            <a:lvl5pPr>
              <a:defRPr>
                <a:latin typeface="Aptos Narrow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7D670-C044-B776-4D2B-123F0BE74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FACFA-3D0F-49D5-B5E2-24B0E86542D5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C610E-E68F-83CF-5D63-71C61FD0F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90B5A-D280-9EAB-F29B-DE0706266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37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45A6-B152-B024-865C-C5D3753F6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5F551-1C58-F59F-DFCF-A878B12AE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7F711-BD1A-B63A-E6B5-46CD339F8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918BD-EDD5-4D62-A6F0-2DDF6383CFDB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6A362-7960-1871-31B9-FDB4E716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2DC80-08E4-C148-1E87-F133AAC26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1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C4362-1976-FD59-FCD1-7D5446452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29EFF-8ACB-11D3-5A92-7846F1887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02367-7514-FD46-4C1D-A4A74795C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16046-EA71-E393-4D8C-CE6506C84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5743-3324-4ED2-ADED-56A2584A8224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2A627-AFC6-8914-940F-BC4E62D5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93DCA-D53A-0699-47B9-87A5ECAD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58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DFD9D-43AD-E6A2-DD05-EBC66C88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C12FA-4B17-65FE-BABB-47331DFA9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57B511-9DAE-C826-7A36-C9873EC4C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20754-93FE-DCD5-F6FC-F851436AD4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BCF814-45E2-9194-6159-2132651EB5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794FAA-42FB-9285-401E-75442B747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37867-C160-42A2-BACE-470CD82974EF}" type="datetime1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025AEE-601D-CD09-8E7C-A04B6E7E3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72599E-1675-0E03-F8CA-909EEBE39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203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E12D4-C31C-2C21-7904-B52F6DA59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D41446-37A2-90A6-16C9-6F6B5511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AACE-6410-411B-9E2E-EF1A018EC4BF}" type="datetime1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A1F3B-2916-B330-2ACC-D9CBCCB0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4A994F-91F7-4D3B-C046-5667A839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0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F1423E-5742-B3BA-F1D2-A735A8215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EABC1-E7F4-40CA-8A51-E7B051CA24E4}" type="datetime1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00288C-4902-DFB1-6A54-E1C5BCBC4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1F29A-A812-ED38-CBC5-B526103DA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283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F0DF6-626A-C100-08C9-C9CEE368B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F3A0D-4790-3880-28F8-6C0076034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0ABBEE-479F-7194-1B9C-71E754467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7CA6E-70C7-3768-24DA-3E992000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BD8A2-5CA8-4F94-A7F8-6C4E2A586B17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5493D-78B8-B13C-C2FE-29A204CED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5F194-5ACF-D803-E28D-76786015C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49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9B5F8-09B8-C933-0494-38D987BD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65FB69-D737-F750-278E-80EE0930D2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D2F6F-A9C9-7000-DB17-2947936AC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D3B8F-4ED8-9B5E-315A-A39B9CDBC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FE545-DC10-4684-A25E-D58FCC5B0150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2F116-52A6-4E60-A308-BFC2963A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5782B-B0AA-8BBA-5907-2EB1A408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421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9456E-0BFF-3A47-C509-3CC58A44D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8028FF-6DA8-FF35-651C-695FBFC0C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C4197-495E-5ECE-5E56-EE4DD4C1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D65CA-2142-4648-8D69-31A12CDFE40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371E2-93F0-6C71-96A8-8F56FB7A4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816A9-9D9A-E52D-BD34-F23C50488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87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B18901-1B79-C8D5-058C-F6DAB72DD0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0D1BD-6A49-C7B8-55F8-AA4B08665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A99AE-4BD6-A28D-2CA4-7A2B5FC6B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EE75F-3207-48EC-8585-377D73996DD5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91DE6-AD28-D071-8681-47920B8BC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16 | RISK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A35BA-2516-447E-476F-FA62D8A3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53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71F342-C198-615F-4174-B0E832220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209FC-F726-A78C-784F-F712C72E4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B1016-A72D-5F27-EEEE-123FAD78D7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C5D4ED-D198-4698-B28C-52F8634FF5B2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7435D-4536-757C-9046-CC2185144C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LECTURE 16 | RISK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F1683-06CC-C718-A999-85AE8366A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1F2AA7-703D-4FA1-8B9B-EF0118CD2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74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ptos Narrow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ptos Narrow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ptos Narrow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 Narrow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 Narrow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 Narrow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7646F-24D3-D556-C11A-C0E06557F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Logo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8342B9A-9FD2-D9F0-8E93-0FCD1A2DE72C}"/>
              </a:ext>
            </a:extLst>
          </p:cNvPr>
          <p:cNvSpPr/>
          <p:nvPr/>
        </p:nvSpPr>
        <p:spPr>
          <a:xfrm>
            <a:off x="950068" y="1690688"/>
            <a:ext cx="4572000" cy="4572000"/>
          </a:xfrm>
          <a:prstGeom prst="ellipse">
            <a:avLst/>
          </a:prstGeom>
          <a:noFill/>
          <a:ln w="1016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Periodic Graph with solid fill">
            <a:extLst>
              <a:ext uri="{FF2B5EF4-FFF2-40B4-BE49-F238E27FC236}">
                <a16:creationId xmlns:a16="http://schemas.microsoft.com/office/drawing/2014/main" id="{030011E8-7044-B08E-332C-5E9D46EA46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35868" y="2376488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576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4F757-6786-5405-0333-907217025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FA9110-8B0E-DC8F-8A53-D457CF5C7858}"/>
              </a:ext>
            </a:extLst>
          </p:cNvPr>
          <p:cNvSpPr/>
          <p:nvPr/>
        </p:nvSpPr>
        <p:spPr>
          <a:xfrm>
            <a:off x="3048" y="379476"/>
            <a:ext cx="12188952" cy="6099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E132584-71A2-5E10-3846-6A5D178C3C4C}"/>
              </a:ext>
            </a:extLst>
          </p:cNvPr>
          <p:cNvGrpSpPr/>
          <p:nvPr/>
        </p:nvGrpSpPr>
        <p:grpSpPr>
          <a:xfrm>
            <a:off x="1524000" y="1226403"/>
            <a:ext cx="9144000" cy="4405194"/>
            <a:chOff x="1524000" y="1226403"/>
            <a:chExt cx="9144000" cy="44051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9B2AEA3-38F5-2FE2-61AD-93E66E5CC27E}"/>
                </a:ext>
              </a:extLst>
            </p:cNvPr>
            <p:cNvSpPr txBox="1"/>
            <p:nvPr/>
          </p:nvSpPr>
          <p:spPr>
            <a:xfrm>
              <a:off x="1524000" y="3969603"/>
              <a:ext cx="914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>
                  <a:solidFill>
                    <a:schemeClr val="accent3"/>
                  </a:solidFill>
                </a:rPr>
                <a:t>The Precision Advantage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305F6D7-9415-4C36-F138-948C471C00C6}"/>
                </a:ext>
              </a:extLst>
            </p:cNvPr>
            <p:cNvCxnSpPr>
              <a:cxnSpLocks/>
            </p:cNvCxnSpPr>
            <p:nvPr/>
          </p:nvCxnSpPr>
          <p:spPr>
            <a:xfrm>
              <a:off x="2671484" y="4800600"/>
              <a:ext cx="6858000" cy="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C5E5116-5B25-C17B-1419-8ED8183A0C34}"/>
                </a:ext>
              </a:extLst>
            </p:cNvPr>
            <p:cNvSpPr txBox="1"/>
            <p:nvPr/>
          </p:nvSpPr>
          <p:spPr>
            <a:xfrm>
              <a:off x="2057400" y="4800600"/>
              <a:ext cx="8077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XQMB 5311 · Quantitative Methods for Business</a:t>
              </a:r>
            </a:p>
            <a:p>
              <a:pPr algn="ctr"/>
              <a:r>
                <a:rPr lang="en-US" sz="2400" dirty="0">
                  <a:solidFill>
                    <a:schemeClr val="bg1">
                      <a:lumMod val="85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Nicolas Cachanosky · UTEP · Center for Free Enterprise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297BAF0-A8B4-D2F6-BB41-7C4CC8E27BE6}"/>
                </a:ext>
              </a:extLst>
            </p:cNvPr>
            <p:cNvGrpSpPr/>
            <p:nvPr/>
          </p:nvGrpSpPr>
          <p:grpSpPr>
            <a:xfrm>
              <a:off x="4724400" y="1226403"/>
              <a:ext cx="2743200" cy="2743200"/>
              <a:chOff x="950068" y="1690688"/>
              <a:chExt cx="4572000" cy="4572000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2A6BC05-A39F-DEF3-52E5-DC2D64581866}"/>
                  </a:ext>
                </a:extLst>
              </p:cNvPr>
              <p:cNvSpPr/>
              <p:nvPr/>
            </p:nvSpPr>
            <p:spPr>
              <a:xfrm>
                <a:off x="950068" y="1690688"/>
                <a:ext cx="4572000" cy="4572000"/>
              </a:xfrm>
              <a:prstGeom prst="ellipse">
                <a:avLst/>
              </a:prstGeom>
              <a:noFill/>
              <a:ln w="1016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" name="Graphic 5" descr="Periodic Graph with solid fill">
                <a:extLst>
                  <a:ext uri="{FF2B5EF4-FFF2-40B4-BE49-F238E27FC236}">
                    <a16:creationId xmlns:a16="http://schemas.microsoft.com/office/drawing/2014/main" id="{79E8B65B-8193-C04B-D3B6-CFD29886CD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1635868" y="2376488"/>
                <a:ext cx="3200400" cy="32004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3642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conomic Order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36454F"/>
      </a:accent1>
      <a:accent2>
        <a:srgbClr val="87A96B"/>
      </a:accent2>
      <a:accent3>
        <a:srgbClr val="B87333"/>
      </a:accent3>
      <a:accent4>
        <a:srgbClr val="5B9BD5"/>
      </a:accent4>
      <a:accent5>
        <a:srgbClr val="D4745E"/>
      </a:accent5>
      <a:accent6>
        <a:srgbClr val="8E7AB5"/>
      </a:accent6>
      <a:hlink>
        <a:srgbClr val="F5F3EB"/>
      </a:hlink>
      <a:folHlink>
        <a:srgbClr val="B26B02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20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Narrow</vt:lpstr>
      <vt:lpstr>Arial</vt:lpstr>
      <vt:lpstr>Georgia</vt:lpstr>
      <vt:lpstr>Lato</vt:lpstr>
      <vt:lpstr>Office Theme</vt:lpstr>
      <vt:lpstr>Logo</vt:lpstr>
      <vt:lpstr>PowerPoint Presentation</vt:lpstr>
    </vt:vector>
  </TitlesOfParts>
  <Company>University of Texas at El Paso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MONEY AND BANKING</dc:title>
  <dc:creator>Cachanosky, Nicolas</dc:creator>
  <cp:lastModifiedBy>Cachanosky, Nicolas</cp:lastModifiedBy>
  <cp:revision>2</cp:revision>
  <dcterms:created xsi:type="dcterms:W3CDTF">2024-08-06T18:24:30Z</dcterms:created>
  <dcterms:modified xsi:type="dcterms:W3CDTF">2026-05-18T17:25:08Z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73649dc-6fee-4eb8-a128-734c3c842ea8_Enabled">
    <vt:lpwstr>true</vt:lpwstr>
  </property>
  <property fmtid="{D5CDD505-2E9C-101B-9397-08002B2CF9AE}" pid="3" name="MSIP_Label_b73649dc-6fee-4eb8-a128-734c3c842ea8_SetDate">
    <vt:lpwstr>2024-08-06T18:38:06Z</vt:lpwstr>
  </property>
  <property fmtid="{D5CDD505-2E9C-101B-9397-08002B2CF9AE}" pid="4" name="MSIP_Label_b73649dc-6fee-4eb8-a128-734c3c842ea8_Method">
    <vt:lpwstr>Standard</vt:lpwstr>
  </property>
  <property fmtid="{D5CDD505-2E9C-101B-9397-08002B2CF9AE}" pid="5" name="MSIP_Label_b73649dc-6fee-4eb8-a128-734c3c842ea8_Name">
    <vt:lpwstr>defa4170-0d19-0005-0004-bc88714345d2</vt:lpwstr>
  </property>
  <property fmtid="{D5CDD505-2E9C-101B-9397-08002B2CF9AE}" pid="6" name="MSIP_Label_b73649dc-6fee-4eb8-a128-734c3c842ea8_SiteId">
    <vt:lpwstr>857c21d2-1a16-43a4-90cf-d57f3fab9d2f</vt:lpwstr>
  </property>
  <property fmtid="{D5CDD505-2E9C-101B-9397-08002B2CF9AE}" pid="7" name="MSIP_Label_b73649dc-6fee-4eb8-a128-734c3c842ea8_ActionId">
    <vt:lpwstr>5281bcd3-0085-46d0-a6f0-4fddad3096b1</vt:lpwstr>
  </property>
  <property fmtid="{D5CDD505-2E9C-101B-9397-08002B2CF9AE}" pid="8" name="MSIP_Label_b73649dc-6fee-4eb8-a128-734c3c842ea8_ContentBits">
    <vt:lpwstr>0</vt:lpwstr>
  </property>
</Properties>
</file>